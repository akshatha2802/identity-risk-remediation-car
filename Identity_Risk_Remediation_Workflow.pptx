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Identity Risk Remediation Workflow (Illustrative)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Pentera / Security Data</a:t>
            </a:r>
          </a:p>
          <a:p>
            <a:r>
              <a:t>Active Directory Reports</a:t>
            </a:r>
          </a:p>
          <a:p>
            <a:r>
              <a:t>IDM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Risk Analysis &amp; Pivot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Remediation Workflow (Automation / Coordination)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6616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Compliance Tracking &amp; Dashboard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